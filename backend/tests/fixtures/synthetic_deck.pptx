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confuse this with vertical.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Fragmentation</a:t>
            </a:r>
          </a:p>
          <a:p>
            <a:r>
              <a:t>Allocation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Horizontal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Splits a relation by rows using a predicate.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Vertical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Splits a relation by columns, repeating the key.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Allocation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Decide which fragment lives at which site.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